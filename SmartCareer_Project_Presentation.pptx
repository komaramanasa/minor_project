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mara Manasa" userId="6b577eaf57ea4b74" providerId="LiveId" clId="{12F1D234-9631-4C28-ADEF-BD1C2AF184B4}"/>
    <pc:docChg chg="modSld sldOrd">
      <pc:chgData name="komara Manasa" userId="6b577eaf57ea4b74" providerId="LiveId" clId="{12F1D234-9631-4C28-ADEF-BD1C2AF184B4}" dt="2026-09-04T13:46:54.153" v="1"/>
      <pc:docMkLst>
        <pc:docMk/>
      </pc:docMkLst>
      <pc:sldChg chg="ord">
        <pc:chgData name="komara Manasa" userId="6b577eaf57ea4b74" providerId="LiveId" clId="{12F1D234-9631-4C28-ADEF-BD1C2AF184B4}" dt="2026-09-04T13:46:54.153" v="1"/>
        <pc:sldMkLst>
          <pc:docMk/>
          <pc:sldMk cId="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MAJOR PROJECT PRESENTATION | DEPARTMENT OF CSE (CYBER SECURITY)</a:t>
            </a:r>
          </a:p>
          <a:p>
            <a:pPr>
              <a:spcBef>
                <a:spcPts val="1200"/>
              </a:spcBef>
              <a:defRPr sz="3600" b="1">
                <a:solidFill>
                  <a:srgbClr val="F8FAFC"/>
                </a:solidFill>
              </a:defRPr>
            </a:pPr>
            <a:r>
              <a:t>Smart Career Recommendation &amp;</a:t>
            </a:r>
            <a:br/>
            <a:r>
              <a:t>Fake Job Verification System</a:t>
            </a:r>
          </a:p>
          <a:p>
            <a:pPr>
              <a:spcBef>
                <a:spcPts val="1000"/>
              </a:spcBef>
              <a:defRPr sz="1800">
                <a:solidFill>
                  <a:srgbClr val="6366F1"/>
                </a:solidFill>
              </a:defRPr>
            </a:pPr>
            <a:r>
              <a:t>An Integrated Machine Learning &amp; Natural Language Processing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023360"/>
            <a:ext cx="493776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Submitted By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A.S.R.S.S. Snigdha (23R11A6201)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Rayi Lakshmi Jahnavi (23R11A6235)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Dasari Yeshwanth (24R15A6204)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4023360"/>
            <a:ext cx="50292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Under the Guidance of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Dr. G. Lokeshwari, Associate Professor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Department of CSE (Cyber Security)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Geethanjali College of Engg. &amp; Technology (Autonomous)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Problem Statement &amp; Industry Motivation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ADDRESSING INFORMATION ASYMMETRY AND DIGITAL EMPLOYMENT FRAUD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1. Competency Discovery Friction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Over 70% of resumes are unstructured PDF/DOCX documents.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Traditional recruitment matching relies on exact keyword matching, failing to capture semantic synonyms and multi-domain skills.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Job seekers struggle to identify verified live career openings aligned with their unique competencies.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Lack of automated multi-domain parsing (IT, Healthcare, Finance, Core Engineering).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2. Rising Employment Scams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Employment fraud has surged by over 130% globally in digital recruitment portals.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Malicious actors publish deceptive postings to harvest candidate PII and solicit illicit fees.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Job seekers have no pre-application verification tool to check if a job description is authentic or a scam.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Need for an intelligent, automated Machine Learning verification shield.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Abstract &amp; Proposed Solution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END-TO-END CAREER INTELLIGENCE &amp; SECURITY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📄 NLP Resume Parser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Ingests unstructured PDF resumes.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Extracts textual layer via PyPDF2.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Performs deterministic noise scrubbing and corpus cleaning.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Extracts technical skills across IT, Healthcare, and Finance.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🔍 Live Job Matcher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Constructs dynamic queries using extracted skill vectors.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Queries live RapidAPI JSearch REST endpoints in real time.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Features automated multi-domain fallback data for 100% viva stability.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🛡️ ML Verification Shield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Evaluates job description authenticity using TF-IDF feature engineering.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Trained on Random Forest, SVM, LR, and Naive Bayes classifiers (98.5% Accuracy).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Provides explainable red flags (fee demands, unofficial emails).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Literature Review &amp; System Comparison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EXISTING LIMITATIONS VS PROPOSED ARCHITECTURE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2D35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Traditional Portals (LinkedIn, Indeed)</a:t>
                      </a:r>
                    </a:p>
                  </a:txBody>
                  <a:tcPr>
                    <a:solidFill>
                      <a:srgbClr val="2D35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Standalone Scam Scanners</a:t>
                      </a:r>
                    </a:p>
                  </a:txBody>
                  <a:tcPr>
                    <a:solidFill>
                      <a:srgbClr val="2D35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Proposed SmartCareer System</a:t>
                      </a:r>
                    </a:p>
                  </a:txBody>
                  <a:tcPr>
                    <a:solidFill>
                      <a:srgbClr val="2D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Skill Extraction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Manual candidate entry / Exact keyword match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Not Available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Automated spaCy NLP Entity Recognition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Multi-Domain Scope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Standard IT Only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Not Available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IT, Medical, Finance &amp; Engineering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Live Job Aggregation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Closed proprietary database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Not Available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Live RapidAPI JSearch REST Feeds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Scam Detection Timing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Reactive post-reporting (After fraud occurs)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Manual text paste only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Pre-Application Proactive ML Engine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Decision Transparency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 reasoning provided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Generic score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Rule-Based Lexical Red-Flag Explanations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System Architecture Pipeline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MULTI-TIER DATA FLOW &amp; PROCESSING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1. Ingestion Layer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PyPDF2 Stream Extraction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Regex Text Scrubbing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Corpus Normalization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2. NLP Skill Mining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spaCy Lemmatization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Multi-Domain Ontology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Boundary Regex Assertions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3. Job Matching API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Dynamic Query Expansion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RapidAPI JSearch Feed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Zero-Failure Mock Fallback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4. ML Security Verification Engine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TF-IDF Vectorizer (Sublinear term frequencies, n-grams 1-2)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Random Forest Ensemble (100 Trees, 98.5% Accuracy)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Calibrated Confidence Probability + Red-Flag Explanations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5. Persistence &amp; Analytics Dashboard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SQLite Relational Schema (Resumes, Skills, Verification Logs)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Streamlit Multipage Web Application with Native Navigation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Plotly Interactive Performance Charts &amp; Distribution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UML Use Case Model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ACTORS, INTERACTIONS, AND SYSTEM BOUNDARY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Candidate / Job Seeker Actions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Upload Resume (PDF Ingestion)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Trigger NLP Skill Extraction &amp; View Badges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Configure Location &amp; Fetch Matching Careers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Inspect Job Opening Details &amp; Apply via Link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Run ML Fake Job Verification on Job Descriptions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Inspect Decision Explanations &amp; Confidence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System &amp; Administrator Operations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Orchestrate API communication with JSearch endpoints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Execute TF-IDF feature transformations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Train and re-train ML Classifiers (RF, SVM, LR, NB)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Log relational audit records in SQLite database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Generate Plotly model performance analytics &amp;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UML Sequence Workflow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CHRONOLOGICAL LIFECYCLE OF A CANDIDATE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Step-by-Step Execution Sequence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1. Candidate uploads PDF -&gt; PyPDF2 parses stream -&gt; Cleaner scrubs noise -&gt; Saved to SQLite (Resume ID generated).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2. Candidate clicks 'Extract Skills' -&gt; spaCy + Regex Boundary Matcher mines tech terms -&gt; Skills saved &amp; displayed as badges.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3. Candidate clicks 'Fetch Jobs' -&gt; System builds query (Top Skills + Location) -&gt; JSearch API returns matching openings.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4. Candidate selects job -&gt; Clicks 'Verify Security' -&gt; Text passed to ML Verification Module.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5. ML Module extracts TF-IDF features -&gt; Random Forest evaluates posting -&gt; Generates Authentic/Suspicious verdict &amp; Confidence score.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6. System logs verification audit event to SQLite -&gt; Displays verdict card &amp; decision rationales to candidate.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Methodology: Ingestion &amp; NLP Skill Mining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MULTI-DOMAIN VOCABULARY &amp; NON-CAPTURING REGEX BOUNDARIES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Algorithmic Precision &amp; Boundary Handling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Problem: Substring collision (e.g. 'C' matches inside 'Cloud', 'Java' inside 'JavaScript').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Solution: Non-capturing group boundary assertions: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pattern = r'(?:^|[\s,.(/])' + re.escape(skill) + r'(?:[\s,.)/]|$)'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Multi-Domain Support: Computer Science &amp; IT, Medical &amp; Healthcare (MBBS, Cardiology, Pharmacology), Finance &amp; Business (Auditing, Analytics), Core Engineering (AutoCAD, MATLAB).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Logical Code Implementation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def extract_skills(self, text: str) -&gt; list: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  text_lower = text.lower()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  extracted = []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  for skill in self.skills_db: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      pattern = r'(?:^|[\s,.(/])' + re.escape(skill.lower()) + r'(?:[\s,.)/]|$)'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      if re.search(pattern, text_lower):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          extracted.append(skill)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  return sorted(list(set(extracted)))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UML Class &amp; Component Architecture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OBJECT-ORIENTED DESIGN &amp; MODULAR RESPONSIBILITIES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Resume &amp; NLP Modules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ResumeParser: extract_text()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ResumeCleaner: clean_text()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SkillExtractor: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nlp: Language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skills_db: List[str]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extract_skills(text)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Recommender &amp; ML Engine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JobRecommender: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api_key, api_url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fetch_jobs()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_generate_mock_jobs()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JobVerifier: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model, vectorizer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verify(description)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_explain_decision()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Persistence &amp; Training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DatabaseHandler: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save_resume()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save_skills()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save_recommended_jobs()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save_verification()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get_dashboard_stats()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ModelTrainer: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train_and_evaluate()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Methodology: Live Job Recommendation Engine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DYNAMIC QUERY FORMULATION &amp; RESILIENT FALLBACKS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Dynamic Query Expansion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Constructs real-time queries: TopSkills[0..2] + ' in ' + Location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Interfaces RapidAPI JSearch REST API over secure HTTPS.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Parses live structured JSON metadata: Employer Name, Job Title, Geographic Location, Description, Direct Apply URL.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Handles network timeouts defensively with a 10-second request window.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Zero-Failure Dynamic Fallback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Detects if RAPIDAPI_KEY is missing or on default placeholder.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Engages multi-domain mock generator tailored to candidate's skills: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Medical: Apollo Hospitals, Fortis, AIIMS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Finance: Deloitte, HDFC Bank, Goldman Sachs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- Tech: TCS, Infosys, Wipro, Google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Guarantees 100% uptime during live college viva demonstrations.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Methodology: Machine Learning Verification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TF-IDF FEATURE SPACE &amp; EXPLAINABLE SCAM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TF-IDF Feature Representation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Vectorizes unstructured text into statistical n-gram matrices (1, 2).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Sublinear term frequency scaling dampens frequency dominance.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Formula: TF-IDF(t, d, D) = TF(t, d) * log((1 + |D|) / (1 + |{d: t in d}|)) + 1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Classified via 100-tree Random Forest ensemble.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Explainable Security Flags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Extracts transparent decision rationales for candidate safety: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🚩 Upfront registration fees / security deposit solicitations.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🚩 Unofficial personal contact domains (@gmail.com, @yahoo.com).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🚩 Demands for wire transfers / Western Union / cryptocurrency.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  🚩 Vague duties paired with inflated, unrealistic daily pay.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Machine Learning Performance Benchmark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EMPIRICAL EVALUATION ACROSS 4 SUPERVISED CLASSIFIERS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Supervised Classifier Model</a:t>
                      </a:r>
                    </a:p>
                  </a:txBody>
                  <a:tcPr>
                    <a:solidFill>
                      <a:srgbClr val="2D35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Accuracy (%)</a:t>
                      </a:r>
                    </a:p>
                  </a:txBody>
                  <a:tcPr>
                    <a:solidFill>
                      <a:srgbClr val="2D35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Precision (%)</a:t>
                      </a:r>
                    </a:p>
                  </a:txBody>
                  <a:tcPr>
                    <a:solidFill>
                      <a:srgbClr val="2D35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Recall (%)</a:t>
                      </a:r>
                    </a:p>
                  </a:txBody>
                  <a:tcPr>
                    <a:solidFill>
                      <a:srgbClr val="2D35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F1-Score (%)</a:t>
                      </a:r>
                    </a:p>
                  </a:txBody>
                  <a:tcPr>
                    <a:solidFill>
                      <a:srgbClr val="2D35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Random Forest (100 Estimators)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98.5%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98.2%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97.9%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98.0%</a:t>
                      </a:r>
                    </a:p>
                  </a:txBody>
                  <a:tcPr>
                    <a:solidFill>
                      <a:srgbClr val="1821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Support Vector Machine (Linear SVC)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96.2%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95.8%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96.0%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95.9%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Logistic Regression (C=1.0, L2)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94.8%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94.1%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95.2%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94.6%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Multinomial Naive Bayes (alpha=1.0)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91.3%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89.7%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92.4%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91.0%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User Interface &amp; Output Walkthrough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STREAMLIT MULTIPAGE ARCHITECTURE &amp; VISUAL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rPr dirty="0"/>
              <a:t>1. Home &amp; Upload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Dark </a:t>
            </a:r>
            <a:r>
              <a:rPr dirty="0" err="1"/>
              <a:t>glassmorphism</a:t>
            </a:r>
            <a:r>
              <a:rPr dirty="0"/>
              <a:t> cards.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PDF drag-and-drop ingestion.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rPr dirty="0"/>
              <a:t>• Session ID initialization.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2. NLP Skill Display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Extraction status &amp; count.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Visual skill badges.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Multi-domain mapping.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3. Job Matches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Company &amp; location cards.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Direct apply hyperlinks.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Verify selection button.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4. ML Security Verdict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Green (Authentic) / Red (Suspicious) verdict badge.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Calibrated confidence progress bar.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Detailed explainable red/green flags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5. Analytics Dashboard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Key metrics: Resumes, Verifications, Scam ratio.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Plotly model accuracy comparison charts.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Tabular SQLite historical audit log table.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Security, Resilience &amp; Privacy Controls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DEFENSIVE ARCHITECTURAL SAFEGUARDS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Data &amp; Platform Security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Defensive PDF Ingestion: Wrapped try-catch blocks prevent buffer overflows or malformed PDF crashes.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SQL Injection Mitigation: Parameterized queries across all DatabaseHandler operations.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API Key Isolation: Environment variable management via .env files isolates credentials from frontend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Session State Integrity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Streamlit Session State: Preserves candidate skill vectors across page transitions without URL parameter leakage.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Local Persistence: Candidate resume corpus and audit trails remain secure in private SQLite instances.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Zero External Storage of PII: Resume processing executes in-memory.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Limitations &amp; Future Enhancements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CURRENT SCOPE &amp; ROADMAP FOR ENTERPRISE SCALING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Current Limitations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Requires extractable digital text layers in PDFs (scanned image PDFs require OCR).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Verification is based on lexical/semantic text features rather than live DNS/DKIM domain verification.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Skill taxonomy requires periodic manual updates for newly emerging framework acronyms.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Future Research Scope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1. OCR Integration: Incorporate Tesseract OCR for scanned paper resumes.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2. Transformer Models: Fine-tune BERT / RoBERTa models for contextual semantic understanding.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3. Live Corporate Verification: Connect to company registrar APIs and DNS lookups for real-time domain age verification.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4. Multilingual NLP: Extend skill mining to regional and international languages.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SUMMARY OF PROJECT CONTRIBUTIONS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Key Project Milestones &amp; Takeaways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✅ Developed an end-to-end, multi-tier platform uniting resume parsing, live job matching, and cybersecurity verification.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✅ Solved substring collision in NLP extraction using non-capturing regex boundary assertions across IT, Healthcare, and Finance.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✅ Integrated live recruitment querying via RapidAPI JSearch with zero-failure fallback mechanisms.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✅ Trained and benchmarked 4 Machine Learning classifiers, achieving 98.5% accuracy with Random Forest on recruitment fraud text.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✅ Delivered an interactive, multipage Streamlit interface with persistent SQLite relational audit trails and Plotly analytics.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🎯 Significantly bridges the gap between career recommendation and candidate fraud protection.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References &amp; Academic Bibliography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LITERATURE &amp; TECHNICAL CITATIONS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Key Citations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[1] Nadeau, D., Sekine, S.: A survey of named entity recognition and classification. Lingvisticae Investigationes 30(1), 3–26 (2007).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[2] Honnibal, M., Montani, I., et al.: spaCy: Industrial-strength Natural Language Processing in Python. Zenodo (2020).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[3] Pedregosa, F., et al.: Scikit-learn: Machine Learning in Python. Journal of Machine Learning Research 12, 2825–2830 (2011).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[4] Breiman, L.: Random Forests. Machine Learning 45(1), 5–32 (2001).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[5] Vidros, S., Kolias, C., Kambourakis, G.: Online Employment Fraud: A Systematic Literature Review. IEEE Access 5, 23545–23561 (2017).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[6] Alghamdi, R., Al-Ghamdi, K.: Fake Job Detection Using Machine Learning Approaches. IJACSA 13(4), (2022).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[7] Salton, G., Buckley, C.: Term-weighting approaches in automatic text retrieval. Information Processing &amp; Management (1988).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[8] Streamlit Inc.: Streamlit Documentation: The fastest way to build and share data apps. (2024).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2285</Words>
  <Application>Microsoft Office PowerPoint</Application>
  <PresentationFormat>Widescreen</PresentationFormat>
  <Paragraphs>270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komara Manasa</cp:lastModifiedBy>
  <cp:revision>1</cp:revision>
  <dcterms:created xsi:type="dcterms:W3CDTF">2013-01-27T09:14:16Z</dcterms:created>
  <dcterms:modified xsi:type="dcterms:W3CDTF">2026-09-04T13:47:05Z</dcterms:modified>
  <cp:category/>
</cp:coreProperties>
</file>